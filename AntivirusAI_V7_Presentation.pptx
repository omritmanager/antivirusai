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— 20 שניות. אני מציג אנטי-וירוס שמזהה נוזקות בסריקה סטטית: הקובץ לא מורץ אף פעם. במקום מאגר חתימות, מודל למידת מכונה שאומן על 81 אלף קבצים אמיתיים.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שניות. הנקודה המרכזית: אנטי-וירוס קלאסי הוא מאגר של קבצים שכבר נתפסו. אנחנו לא מחפשים קובץ מסוים — אנחנו מזהים איך נראה קוד זדוני. ולהדגיש: סריקה סטטית, הקובץ לא רץ.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שניות. לעבור מהר על הכותרות. להדגיש שתי דרישות לא-פונקציונליות: אפס רשת, ובדיקה עצמית שמסרבת להריץ מודל שהתקלקל.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שניות. להוביל את העין מימין לשמאל: קובץ, חילוץ, וקטור, מודל, הסתברות. ואז לומר משפט אחד על כל שכבת עזר — במיוחד שאף אחת מהן לא משנה את החלטת המודל.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שניות. שקופית מהירה: המערכת כקופסה אחת. שלושה גורמים חיצוניים בלבד. הנקודה שחשוב לומר בקול: חוץ משכבת ההסבר האופציונלית, שום מידע לא יוצא החוצה. אם הזמן לחוץ אפשר לדלג ישר לרמה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שניות. ללכת מימין לשמאל לאורך השרשרת ולציין את מה שנכנס מלמעלה: המודל וספי ההכרעה הם מאגר נתונים, לא קוד. להדגיש שתהליך 4.0 הוא היחיד שכותב — להסגר ולדוחות — וששום שלב לא מוחק קובץ.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שניות — זו השקופית שהמנחה ביקש במפורש. לא לקרוא את כל התשע. לומר: EMBER מתרגם קובץ ל-2,381 מספרים בתשע משפחות, ולהצביע על שלוש-ארבע מהן. השקופית הבאה נותנת דוגמאות קונקרטיות.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שניות — הלב של ההסבר שהמנחה ביקש. לקחת דוגמה אחת ולפרט: אנטרופיה. חצי מהנוזקות דחוסות, כמעט אף קובץ נקי לא. ואז לסיים: אף מאפיין לבד לא מספיק, המודל מצליב את כולם.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שניות — לפי המנחה זה לב הפרויקט. להסביר: EMBER מחלץ, אני מתייג 0 ו-1, המודל לומד את ההבדל. ואז לספר את סיפור הכישלון של חותמת הזמן — זה מראה עומק אמיתי.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שניות. המספר שחשוב להתעכב עליו הוא 99.84% על תשעת אלפים נוזקות שהמודל לא ראה מעולם ושלא נמצאות במאגר ה-Hash. זו ההוכחה שהמערכת לא סתם משננת.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שניות — נקודה שהמנחה ביקש במפורש. להדגיש: המודל לא אומר כן או לא, הוא אומר כמה. הסף הוא החלטה שלי. ולתת את הדוגמה של המתקין של Claude שקיבל 0.9987 והוא לגמרי תקין.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להדגמה. לדבר קצר — התוכן האמיתי הוא המסך. כ-90 שניות להדגמה עצמה.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שניות. לסיים על המשפט האחרון. להציג את המגבלות ביוזמתי — זה חוסך שאלות ומראה שאני מבין את הגבולות של מה שבניתי.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298448"/>
            <a:ext cx="3730752" cy="384048"/>
          </a:xfrm>
          <a:prstGeom prst="roundRect">
            <a:avLst>
              <a:gd name="adj" fmla="val 50000"/>
            </a:avLst>
          </a:prstGeom>
          <a:solidFill>
            <a:srgbClr val="10243F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909560" y="129844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גמר · סריקה סטטית מבוססת למידת מכונה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08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AntivirusAI V7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3580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נוזקות ללא הרצת הקובץ ‏—‏ המודל קורא את מבנה הקובץ ומחזיר הסתברות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844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מגיש:‏ עומרי  ·  מנחה:‏ שלמה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6448" y="4617720"/>
            <a:ext cx="3392424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39328" y="479145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2,381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339328" y="5330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נבדקים בכל קובץ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4617720"/>
            <a:ext cx="3392424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79145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81,011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5330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אמיתיים באימון המודל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3392424" cy="1170432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9145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99.33%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30952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ציון ‏F1‏ על מבחן עיוור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‏—‏ ומה התוכנה בעצם עושה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אנטי-וירוס קלאסי מזהה רק את מה שכבר מוכר לו. המודל שלנו לומד להכיר את החתימה המבנית של קוד זדוני.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481328"/>
            <a:ext cx="5330952" cy="3154680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719072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הקלאסית:‏ מאגר חתימות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194560"/>
            <a:ext cx="4818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נוזקה ידועה נשמרת טביעת אצבע ‏(Hash)‏ במאגר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בסריקה משווים את ה-‏Hash‏ של הקובץ מול כל המאגר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נוזקה חדשה, או שינוי של בית אחד בקובץ ‏—‏ עוברת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המאגר חייב עדכון יומי מהרשת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5330952" cy="3154680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19072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שלנו:‏ לימוד מכונה על מבנה הקובץ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94560"/>
            <a:ext cx="4818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שלמד מהם ההבדלים בין קובץ נקי לקובץ זדוני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מזהה גם נוזקה שמעולם לא נראתה ‏—‏ ‏99.8%‏ על ‏9,737‏ נוזקות שהוסתרו מהמודל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לגמרי ללא רשת ‏—‏ כל ההחלטה מקומית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מחזיר אחוז בין ‏0‏ ל-‏100, ולא תשובת כן/לא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64608"/>
            <a:ext cx="10908792" cy="1170432"/>
          </a:xfrm>
          <a:prstGeom prst="roundRect">
            <a:avLst>
              <a:gd name="adj" fmla="val 4688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02920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סריקה סטטית ‏—‏ הקובץ אף פעם לא מורץ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4068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לא מנטרים התנהגות בזמן ריצה ולא מפעילים קוד חשוד. אנחנו קוראים את המבנה הפנימי של הקובץ ‏—‏ הכותרות, האזורים, הטקסטים והפונקציות שהוא מייבא ‏—‏ והופכים אותו ל-‏2,381‏ מספרים שהמודל מנתח.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המערכת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המערכת מחויבת לעשות ‏—‏ ובאילו תנאים היא חייבת לעמוד.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481328"/>
            <a:ext cx="5330952" cy="3310128"/>
          </a:xfrm>
          <a:prstGeom prst="roundRect">
            <a:avLst>
              <a:gd name="adj" fmla="val 16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719072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פונקציונליות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194560"/>
            <a:ext cx="48188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סריקת תיקייה שלמה או קובץ בודד ‏(exe, dll, sys‏ ועוד)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החזרת הסתברות זדוניות לכל קובץ ופסק דין לפי סף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‏Hash‏ עצמאית:‏ השוואת ‏SHA-256‏ מול מאגר של ‏38,945‏ נוזקות ידועות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חתימה דיגיטלית ‏(Authenticode)‏ לקובץ שנחשד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הסגר אוטומטי עם אפשרות שחזור מלאה ואימות ‏Hash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בשפה טבעית מדוע הקובץ סומן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‏JSON‏ מלא, ממשק גרפי, שורת פקודה ותפריט לחצן ימני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5330952" cy="3310128"/>
          </a:xfrm>
          <a:prstGeom prst="roundRect">
            <a:avLst>
              <a:gd name="adj" fmla="val 16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19072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לא-פונקציונליות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94560"/>
            <a:ext cx="48188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אפס פניות לרשת בזמן סריקה ‏—‏ פרטיות מלאה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אמינות:‏ קובץ פגום אחד לא מפיל את הסריקה כולה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עצמית בעליית התוכנה:‏ המערכת מסרבת לרוץ אם ‏F1‏ יורד מתחת ל-‏0.98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סביבה נעולה:‏ גרסאות ספרייה מדויקות, אחרת הווקטור משתנה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בטיחות:‏ לעולם לא מוחקים קובץ ‏—‏ מעבירים להסגר ומאמתים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כיסוי בדיקות:‏ ‏114‏ בדיקות אוטומטיות עוברות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908792" cy="1170432"/>
          </a:xfrm>
          <a:prstGeom prst="roundRect">
            <a:avLst>
              <a:gd name="adj" fmla="val 4688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21208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הדרישה שהכי השפיעה על העיצוב:‏ לעולם לא למחוק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62356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הסתברותי טועה לפעמים, ולכן כל פעולה על קובץ חייבת להיות הפיכה:‏ הקובץ מועתק להסגר, ה-‏SHA-256‏ שלו מאומת, ורק אז המקור מוסר. קובץ חתום דיגיטלית לא מועבר להסגר בכלל ‏—‏ רק מדווח.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 ‏—‏ המסלול שקובץ עובר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שלבים מקובץ לפסק דין. הזרימה מימין לשמאל.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65208" y="1600200"/>
            <a:ext cx="1883664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74936" y="19842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‏PE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74936" y="2423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 / dll / sys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1488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15784" y="1600200"/>
            <a:ext cx="1883664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25512" y="19842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423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חילוץ מאפיינים סטטי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21488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66360" y="1600200"/>
            <a:ext cx="1883664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19842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וקטור ‏2,381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2423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מספרים בלבד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21488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16936" y="1600200"/>
            <a:ext cx="1883664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6664" y="19842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26664" y="2423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מאומן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32888" y="21488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7512" y="1600200"/>
            <a:ext cx="1883664" cy="1481328"/>
          </a:xfrm>
          <a:prstGeom prst="roundRect">
            <a:avLst>
              <a:gd name="adj" fmla="val 3704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198424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הסתברות ‏0–1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24231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‏0.225‏ ופסק דין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3101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שכבות עזר ‏—‏ אף אחת מהן לא משנה את פסק הדין של המודל, הן רק מוסיפות מידע או מגבילות פעולה:‏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74152" y="3749040"/>
            <a:ext cx="3474720" cy="178308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3608" y="39684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‏Hash (SHA-256)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352544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רצה במקביל למודל ומשווה מול מאגר נוזקות ידועות. מתועדת לצד פסק הדין ‏—‏ אך לעולם לא דורסת אותו.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61688" y="3749040"/>
            <a:ext cx="3474720" cy="178308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81144" y="39684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חתימה דיגיטלית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4352544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שסומן ונושא חתימה תקפה של יצרן ‏—‏ מדווח אך לא מועבר להסגר. פותרת התרעות שווא על מתקינים מודרניים.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" y="3749040"/>
            <a:ext cx="3474720" cy="178308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39684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הסבר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352544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SHAP‏ מדרג אילו קבוצות מאפיינים הכריעו, ומודל שפה מנסח הסבר ‏—‏ רק על סמך מדידות אמיתיות מהקובץ.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הליבה ‏—‏ שילוב של ‏EMBER‏ עם ‏LightGBM‏ ‏—‏ היא החלק שעליו עבדתי חודשים. שאר השכבות נבנו סביבה כדי להפוך מודל לתוכנה שאפשר לסמוך עליה.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תרשים זרימת נתונים, רמה ‏0‏ ‏—‏ תרשים הקשר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כקופסה אחת:‏ מי מדבר איתה, ואיזה מידע נכנס ויוצא.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627632"/>
            <a:ext cx="10323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אלה כל זרימות המידע שיוצאות מהמערכת. החילוץ, המודל וההכרעה מתבצעים לגמרי מקומית ‏—‏ בלי רשת. הפנייה לשירות ההסבר היא אופציונלית, רצה רק אחרי שההכרעה כבר נקבעה, ולעולם לא נשלחים בה תוכן הקובץ, שמו או הנתיב שלו.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53712" y="2944368"/>
            <a:ext cx="3090672" cy="1371600"/>
          </a:xfrm>
          <a:prstGeom prst="roundRect">
            <a:avLst>
              <a:gd name="adj" fmla="val 6667"/>
            </a:avLst>
          </a:prstGeom>
          <a:solidFill>
            <a:srgbClr val="12233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68896" y="30449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3328416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AntivirusAI V7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8130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סטטי מבוסס למידת מכונה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464040" y="3035808"/>
            <a:ext cx="2084832" cy="1188720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55480" y="31546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537192" y="341985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מפעיל את הסריקה ומקבל את התוצאה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2286000" cy="1188720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54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הקבצים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419856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קובצי ההרצה שנבדקים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10912" y="5413248"/>
            <a:ext cx="2176272" cy="914400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02352" y="55321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הסבר חיצוני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5797296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H="1">
            <a:off x="7644384" y="3364992"/>
            <a:ext cx="181965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699248" y="303580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בקשת סריקה:‏ נתיב והגדרות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44384" y="3950208"/>
            <a:ext cx="181965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699248" y="40233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פסק דין, אחוז, הסבר ודוח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364992"/>
            <a:ext cx="162763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980944" y="30358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הקובץ הנסרק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2926080" y="3950208"/>
            <a:ext cx="162763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980944" y="40233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העברה להסגר / שחזור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42432" y="4315968"/>
            <a:ext cx="0" cy="10972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069080" y="46177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קבוצות מאפיינים ומדידות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V="1">
            <a:off x="6455664" y="4315968"/>
            <a:ext cx="0" cy="10972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528816" y="461772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הסבר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תרשים זרימת נתונים ‏—‏ רמה ‏1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פירוק המערכת לארבעה תהליכים. מלבן מעוגל:‏ תהליך · מלבן כתום:‏ מאגר נתונים · מלבן ירוק:‏ גורם חיצוני. הזרימה מימין לשמאל.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811512" y="29718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2233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73384" y="30723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902952" y="3355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וסינון קבצים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884664" y="38404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על התיקייה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86600" y="29718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2233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30723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355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חילוץ מאפיינים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159752" y="38404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EMBER‏ ‏—‏ סטטי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70832" y="29718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2233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32704" y="30723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3355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בלמידת מכונה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38404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2233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30723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3558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הצלבה, הכרעה ופעולה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38404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טביעת אצבע, אימות חתימה, הסגר ודיווח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811512" y="1481328"/>
            <a:ext cx="1737360" cy="603504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02952" y="16824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86600" y="1481328"/>
            <a:ext cx="1737360" cy="603504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16824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הקבצים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70832" y="1481328"/>
            <a:ext cx="1737360" cy="603504"/>
          </a:xfrm>
          <a:prstGeom prst="rect">
            <a:avLst/>
          </a:prstGeom>
          <a:solidFill>
            <a:srgbClr val="2A2210"/>
          </a:solidFill>
          <a:ln w="15875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05856" y="15453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16824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וספי הכרעה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1481328"/>
            <a:ext cx="2743200" cy="603504"/>
          </a:xfrm>
          <a:prstGeom prst="rect">
            <a:avLst/>
          </a:prstGeom>
          <a:solidFill>
            <a:srgbClr val="2A2210"/>
          </a:solidFill>
          <a:ln w="15875">
            <a:solidFill>
              <a:srgbClr val="E3B3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80944" y="15453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1682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 ‏SHA-256‏ של נוזקות ידועות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11512" y="4846320"/>
            <a:ext cx="1737360" cy="603504"/>
          </a:xfrm>
          <a:prstGeom prst="rect">
            <a:avLst/>
          </a:prstGeom>
          <a:solidFill>
            <a:srgbClr val="2A2210"/>
          </a:solidFill>
          <a:ln w="15875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146536" y="49103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902952" y="50474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ורשימה לבנה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70832" y="4846320"/>
            <a:ext cx="1737360" cy="603504"/>
          </a:xfrm>
          <a:prstGeom prst="rect">
            <a:avLst/>
          </a:prstGeom>
          <a:solidFill>
            <a:srgbClr val="11291B"/>
          </a:solidFill>
          <a:ln w="15875">
            <a:solidFill>
              <a:srgbClr val="4AC3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62272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188720" cy="603504"/>
          </a:xfrm>
          <a:prstGeom prst="rect">
            <a:avLst/>
          </a:prstGeom>
          <a:solidFill>
            <a:srgbClr val="2A2210"/>
          </a:solidFill>
          <a:ln w="15875">
            <a:solidFill>
              <a:srgbClr val="E3B3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26464" y="49103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0474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20240" y="4846320"/>
            <a:ext cx="1188720" cy="603504"/>
          </a:xfrm>
          <a:prstGeom prst="rect">
            <a:avLst/>
          </a:prstGeom>
          <a:solidFill>
            <a:srgbClr val="2A2210"/>
          </a:solidFill>
          <a:ln w="15875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06624" y="49103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011680" y="50474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הסגר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8823960" y="3566160"/>
            <a:ext cx="98755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842248" y="2999232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לבדיקה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flipH="1">
            <a:off x="6108192" y="3566160"/>
            <a:ext cx="97840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126480" y="2999232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וקטור ‏2,381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 flipH="1">
            <a:off x="3383280" y="3566160"/>
            <a:ext cx="98755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3401568" y="2999232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הסתברות ופסק דין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680192" y="2084832"/>
            <a:ext cx="0" cy="886968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9326880" y="228142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בקשת סריקה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2084832"/>
            <a:ext cx="0" cy="886968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647688" y="228142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הקובץ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39512" y="2084832"/>
            <a:ext cx="0" cy="886968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3794760" y="228142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וסף ההכרעה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0" y="2084832"/>
            <a:ext cx="0" cy="886968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2084832" y="22814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טביעות אצבע ידועות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flipV="1">
            <a:off x="10680192" y="4160520"/>
            <a:ext cx="0" cy="6858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9326880" y="425653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רשימה לבנה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234440" y="4160520"/>
            <a:ext cx="0" cy="6858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1307592" y="42565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רשומת תוצאה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14600" y="4160520"/>
            <a:ext cx="0" cy="6858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2587752" y="42565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עותק מנוטרל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46120" y="4160520"/>
            <a:ext cx="0" cy="987552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46120" y="5148072"/>
            <a:ext cx="112471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3310128" y="4315968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פסק דין, אחוז, הסבר ודוח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6263640" y="4901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הכתיבה למערכת הקבצים מתבצעת בתהליך ‏4.0‏ בלבד, ולעולם לא כמחיקה:‏ הקובץ מועתק להסגר, ה-‏Hash‏ מאומת, ורק אז המקור מוסר.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ההסבר ‏(שירות חיצוני)‏ מופיעה בתרשים ההקשר ‏—‏ היא רצה בתוך תהליך ‏4.0‏ אחרי שההכרעה כבר נקבעה, ואינה משפיעה עליה.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מהם ‏2,381‏ המאפיינים?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הספרייה ‏EMBER‏ קוראת את הקובץ ומתרגמת אותו ל-‏2,381‏ מספרים, המחולקים לתשע קבוצות. כל מספר הוא עובדה מדידה על הקובץ.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74152" y="1600200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53144" y="1755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פילוח התוכן הגולמי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7739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0–256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130552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פעמים מופיע כל ערך בית בקובץ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600200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1755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מידת הערבול ‏(אנטרופיה)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17739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256–512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130552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כמה התוכן אקראי ‏—‏ סימן לדחיסה או הצפנה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" y="1600200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1755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טקסטים מוסתרים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17739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512–616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2130552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כתובות ‏URL, נתיבים ומפתחות רישום שנמצאים בקובץ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3081528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53144" y="32369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 יסוד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2552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616–626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61188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גודל, חתימה דיגיטלית, מספר ייבוא/ייצוא, משאבים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61688" y="3081528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32369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שדות כותרת ה-‏PE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32552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626–688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62856" y="361188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חותמת זמן, ארכיטקטורת יעד, מאפייני קומפילציה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" y="3081528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28216" y="32369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חלוקה לאזורים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" y="32552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688–943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" y="361188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האזורים בקובץ, גודלם והאנטרופיה של כל אחד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74152" y="4562856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53144" y="4718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פונקציות מיובאות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365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943–2223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9320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פונקציות ‏Windows‏ הקובץ מבקש להפעיל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61688" y="4562856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0680" y="4718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פונקציות מיוצאות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62856" y="47365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2223–2351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62856" y="509320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יכולות הקובץ חושף לתוכנות אחרות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" y="4562856"/>
            <a:ext cx="3474720" cy="1225296"/>
          </a:xfrm>
          <a:prstGeom prst="roundRect">
            <a:avLst>
              <a:gd name="adj" fmla="val 4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28216" y="4718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 הארגון הפנימיות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50392" y="47365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2351–2381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" y="509320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מדריכי הנתונים של הקובץ:‏ ייבוא, משאבים, TLS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לא מסתכל על שם הקובץ, על המקור שלו או על מה שהוא עושה בזמן ריצה ‏—‏ רק על תשע הקבוצות האלה.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דוגמאות למאפיין אמיתי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המספרים כאן נמדדו על מבחן עיוור של ‏12,153‏ קבצים אמיתיים ‏—‏ ‏7,303‏ נוזקות מול ‏4,850‏ קבצים נקיים.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74152" y="1627632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93608" y="182880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אנטרופיה ‏—‏ מידת הערבול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93608" y="215798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אינדקסים ‏256–512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93608" y="246888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כמה התוכן של הקובץ נראה אקראי, בסולם ‏0‏ עד ‏8. קוד רגיל מכיל חזרתיות; קוד דחוס או מוצפן נראה כמו רעש.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84664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3D1D1F"/>
          </a:solidFill>
          <a:ln w="12700">
            <a:solidFill>
              <a:srgbClr val="3D1D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84664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7.04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884664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93608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12341D"/>
          </a:solidFill>
          <a:ln w="12700">
            <a:solidFill>
              <a:srgbClr val="1234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6.28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נקיים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42336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51%‏ מהנוזקות חוצות ‏7.0‏ ‏—‏ לעומת ‏2.6%‏ בלבד מהקבצים הנקיים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1627632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182880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חתימה דיגיטלית מוטבעת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15798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 ‏623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246888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מאפיין בינארי:‏ האם היצרן חתם על הקובץ. ערך ‏0‏ או ‏1‏ ‏—‏ אחד מתוך ‏2,381‏ המספרים.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3D1D1F"/>
          </a:solidFill>
          <a:ln w="12700">
            <a:solidFill>
              <a:srgbClr val="3D1D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81144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12341D"/>
          </a:solidFill>
          <a:ln w="12700">
            <a:solidFill>
              <a:srgbClr val="12341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81144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76.2%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נקיים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336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מאפיין בודד, אבל אחד המפרידים החזקים בין שתי הקבוצות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" y="1627632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182880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מחרוזות קריאות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215798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 ‏512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246888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קטעי טקסט קריאים מוטמעים בקובץ ‏—‏ כתובות, פקודות ושמות פונקציות.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59736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3D1D1F"/>
          </a:solidFill>
          <a:ln w="12700">
            <a:solidFill>
              <a:srgbClr val="3D1D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59736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4,925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2459736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8680" y="3364992"/>
            <a:ext cx="1444752" cy="749808"/>
          </a:xfrm>
          <a:prstGeom prst="roundRect">
            <a:avLst>
              <a:gd name="adj" fmla="val 7317"/>
            </a:avLst>
          </a:prstGeom>
          <a:solidFill>
            <a:srgbClr val="12341D"/>
          </a:solidFill>
          <a:ln w="12700">
            <a:solidFill>
              <a:srgbClr val="12341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673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38221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נקיים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68680" y="423367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 שבעה יותר טקסט מוטמע בנוזקה הטיפוסית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138928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0120" y="53035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מאפיין בודד לא מכריע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5705856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קבצים נקיים דחוסים, ויש נוזקות חתומות. המודל מצליב את כל ‏2,381‏ המספרים יחד ולומד את הצירופים ‏—‏ וזה בדיוק מה שאדם לא יכול לעשות ידנית על אלפי קבצים.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אימנתי את המודל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שלקח את רוב הזמן:‏ איסוף הנתונים, תיוגם, וניקוי קיצורי דרך שהמודל למד בטעות.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517904"/>
            <a:ext cx="5330952" cy="233172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71907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מאגר האימון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67544" y="21762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32,329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128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נקיים ‏—‏ נאספו מ-‏System32, מ-‏Program Files‏ ומתיקיות משתמש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67544" y="268833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48,682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7249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 אמיתיות ‏—‏ מ-‏MalwareBazaar, שנת ‏2026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067544" y="32004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81,011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236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סה״כ קבצים, לאחר הסרת כפילויות לפי ‏SHA-256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517904"/>
            <a:ext cx="5330952" cy="233172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1719072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האימון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2157984"/>
            <a:ext cx="4818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קובץ עבר חילוץ ב-‏EMBER‏ וקיבל תווית:‏ ‏0 = נקי, 1 = זדוני</a:t>
            </a:r>
            <a:endParaRPr lang="en-US" sz="12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חלוקה מרובדת:‏ ‏70%‏ אימון · 15%‏ ולידציה · 15%‏ מבחן שלא נראה מעולם</a:t>
            </a:r>
            <a:endParaRPr lang="en-US" sz="12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LightGBM‏ עם כוונון היפר-פרמטרים ב-‏Optuna, עצירה מוקדמת באיטרציה ‏247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10908792" cy="1755648"/>
          </a:xfrm>
          <a:prstGeom prst="roundRect">
            <a:avLst>
              <a:gd name="adj" fmla="val 3125"/>
            </a:avLst>
          </a:prstGeom>
          <a:solidFill>
            <a:srgbClr val="2A20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261104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הכישלון שלימד אותי הכי הרבה:‏ המודל מצא קיצור דרך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663440"/>
            <a:ext cx="10268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בגרסה קודמת הקבצים הנקיים היו משנת ‏2018‏ והנוזקות משנת ‏2026. המודל לא למד מהי נוזקה ‏—‏ הוא למד שחותמת זמן מודרנית = נוזקה, והגיע ליותר מ-‏90%‏ התרעות שווא על ‏Windows 11. הפתרון:‏ איפוס מוחלט של עשרה מאפיינים תלויי-זמן בווקטור ‏(חותמות זמן ומספרי גרסה), גם באימון וגם בכל סריקה, כך שהמודל פשוט לא יכול להשתמש בהם.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‏—‏ על נתונים שהמודל לא ראה מעולם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המספרים נמדדו על מבחן מאוזן של ‏12,153‏ קבצים שהופרדו לפני האימון.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924544" y="1572768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61704" y="1883664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99.33%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9061704" y="24871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ציון ‏F1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48" y="1572768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6208" y="1883664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99.26%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24871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 הנוזקות שנתפסו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73552" y="1572768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1883664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4871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 התרעות השווא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" y="1572768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" y="1883664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" y="24871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 מתחת לעקומת ‏ROC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310128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347472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מטריצת הבלבול על מבחן העיוור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213848" y="391363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7,249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968496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 שזוהו נכון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391363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968496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נוזקות שפוספסו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213848" y="466344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4,811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4718304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 נקיים שאושרו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466344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28232" y="4718304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 שווא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310128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3474720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המבחן החשוב באמת:‏ נוזקות שהוסתרו מהמודל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385876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99.84%</a:t>
            </a:r>
            <a:endParaRPr lang="en-US" sz="42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553712"/>
            <a:ext cx="4818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‏9,737‏ נוזקות שהוצאו לחלוטין ממאגר האימון וגם ממאגר ה-‏Hash‏ ‏—‏ כלומר קבצים שאין להם חתימה מוכרת ‏—‏ המודל זיהה ‏99.84%. זו ההוכחה שהוא מזהה מבנה, לא קובץ מסוים.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7900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לשם השוואה:‏ שכבת ה-‏Hash‏ לבדה, בלי המודל, הייתה מזהה ‏0‏ מתוך ‏9,737‏ הקבצים האלה ‏—‏ הם לא היו במאגר.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היא אחוז ‏—‏ לא כן או לא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מחזיר הסתברות. אני זה שקובע מאיזה אחוז מכריזים על נוזקה ‏—‏ וזו החלטה הנדסית, לא מתמטית.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366010" cy="420624"/>
          </a:xfrm>
          <a:prstGeom prst="roundRect">
            <a:avLst>
              <a:gd name="adj" fmla="val 8696"/>
            </a:avLst>
          </a:prstGeom>
          <a:solidFill>
            <a:srgbClr val="12341D"/>
          </a:solidFill>
          <a:ln w="12700">
            <a:solidFill>
              <a:srgbClr val="4AC3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88970" y="2377440"/>
            <a:ext cx="8149590" cy="420624"/>
          </a:xfrm>
          <a:prstGeom prst="roundRect">
            <a:avLst>
              <a:gd name="adj" fmla="val 8696"/>
            </a:avLst>
          </a:prstGeom>
          <a:solidFill>
            <a:srgbClr val="3D1D1F"/>
          </a:solidFill>
          <a:ln w="12700">
            <a:solidFill>
              <a:srgbClr val="FF6B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32304"/>
            <a:ext cx="2183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80410" y="2432304"/>
            <a:ext cx="79667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נוזקה ‏—‏ מועבר להסגר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71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835640" y="28712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5254" y="1920240"/>
            <a:ext cx="27432" cy="133502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17370" y="1536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ההכרעה שקבעתי:‏ ‏0.225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85850" y="32552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נבחר כדי לשמור על אותו אחוז תפיסה, עם פחות התרעות שווא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4152" y="40416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42428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70001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מהקבצים הנקיים מקבלים ציון נמוך מ-‏0.05‏ ‏—‏ המודל בטוח לחלוטין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61688" y="40416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2856" y="42428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470001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מהקבצים הנקיים נופלים באזור האפור ‏0.05–0.225: נקיים, אך משהו במבנה שלהם חשוד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" y="4041648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" y="42428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4700016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הציון שקיבל מתקין חתום ותקין של ‏Claude‏ ‏—‏ התרעת שווא אמיתית שגילינו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7044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לכן קובץ נקי הוא לא בהכרח ‏0. קובץ חתום ולגיטימי יכול לקבל ציון גבוה בגלל תכונה מבנית אחת ‏—‏ ובדיוק בשביל זה נוספה שכבת אימות החתימה הדיגיטלית.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תיקייה אחת במכונה וירטואלית, עשרה קבצים. אני אומר מראש מי נקי ומי זדוני ‏—‏ והמערכת מכריעה מולכם.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74152" y="1572768"/>
            <a:ext cx="3474720" cy="2395728"/>
          </a:xfrm>
          <a:prstGeom prst="roundRect">
            <a:avLst>
              <a:gd name="adj" fmla="val 22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90504" y="1810512"/>
            <a:ext cx="402336" cy="402336"/>
          </a:xfrm>
          <a:prstGeom prst="roundRect">
            <a:avLst>
              <a:gd name="adj" fmla="val 59091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90504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93608" y="2395728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בתיקייה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93608" y="276148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קבצים לגיטימיים מ-‏Windows‏ ומ-‏Program Files, וחמש נוזקות אמיתיות מ-‏MalwareBazaar‏ שלא היו במאגר האימון.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572768"/>
            <a:ext cx="3474720" cy="2395728"/>
          </a:xfrm>
          <a:prstGeom prst="roundRect">
            <a:avLst>
              <a:gd name="adj" fmla="val 22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1810512"/>
            <a:ext cx="402336" cy="402336"/>
          </a:xfrm>
          <a:prstGeom prst="roundRect">
            <a:avLst>
              <a:gd name="adj" fmla="val 59091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395728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תראו על המסך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76148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קובץ:‏ אחוז הזדוניות, פסק הדין, האם טביעת האצבע מוכרת, האם הקובץ חתום דיגיטלית, וההסבר בשפה טבעית.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" y="1572768"/>
            <a:ext cx="3474720" cy="2395728"/>
          </a:xfrm>
          <a:prstGeom prst="roundRect">
            <a:avLst>
              <a:gd name="adj" fmla="val 22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5576" y="1810512"/>
            <a:ext cx="402336" cy="402336"/>
          </a:xfrm>
          <a:prstGeom prst="roundRect">
            <a:avLst>
              <a:gd name="adj" fmla="val 59091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65576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395728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לשים לב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2761488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הקבצים הזדוניים מקבלים ציונים קרובים ל-‏100%, הנקיים קרובים לאפס ‏—‏ ואחד מהם ינחת באזור האפור. זה המקרה המעניין.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24528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3891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ההדגמה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54512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2530" y="4828032"/>
            <a:ext cx="20688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את הממשק הגרפי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337042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95060" y="4828032"/>
            <a:ext cx="20688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את תיקיית הבדיקה וסורקים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719572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577590" y="4828032"/>
            <a:ext cx="20688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על העמודות של כל קובץ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102102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6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828032"/>
            <a:ext cx="20688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לוחצים על קובץ שסומן כדי לראות את ההסבר המלא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הסריקה רצה במכונה וירטואלית מבודדת, ובלי שום חיבור לרשת.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411480" cy="411480"/>
          </a:xfrm>
          <a:prstGeom prst="roundRect">
            <a:avLst>
              <a:gd name="adj" fmla="val 62222"/>
            </a:avLst>
          </a:prstGeom>
          <a:solidFill>
            <a:srgbClr val="1A68E0"/>
          </a:solidFill>
          <a:ln w="12700">
            <a:solidFill>
              <a:srgbClr val="1A6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137392" y="384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‏—‏ ומה המערכת לא עושה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32688"/>
            <a:ext cx="10314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שעובדת, עם גבולות שאני יודע להצביע עליהם.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536192"/>
            <a:ext cx="5330952" cy="2962656"/>
          </a:xfrm>
          <a:prstGeom prst="roundRect">
            <a:avLst>
              <a:gd name="adj" fmla="val 18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755648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4AC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הושג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212848"/>
            <a:ext cx="4818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שמזהה ‏99.26%‏ מהנוזקות עם ‏0.80%‏ התרעות שווא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99.84%‏ זיהוי על נוזקות שהוסתרו מהאימון לגמרי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מלאה:‏ ממשק גרפי, שורת פקודה, לחצן ימני, הסגר ושחזור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בשפה טבעית המבוסס על מדידות אמיתיות מהקובץ בלבד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536192"/>
            <a:ext cx="5330952" cy="2962656"/>
          </a:xfrm>
          <a:prstGeom prst="roundRect">
            <a:avLst>
              <a:gd name="adj" fmla="val 18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55648"/>
            <a:ext cx="4818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מגבלות ידועות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12848"/>
            <a:ext cx="4818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 הרצה של ‏Windows‏ בלבד ‏—‏ לא מסמכים, לא סקריפטים ולא מאקרו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סריקה סטטית:‏ נוזקה שמורידה את המטען שלה בזמן ריצה תיראה תמימה במבנה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 שווא על מתקינים שנכתבו ב-‏Go‏ או ב-‏Rust‏ ‏—‏ הם נראים למודל כמו קוד ארוז</a:t>
            </a:r>
            <a:endParaRPr lang="en-US" sz="1350" dirty="0"/>
          </a:p>
          <a:p>
            <a:pPr rtl="1" algn="r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אומן על נוזקות של ‏2026‏ ויצטרך אימון מחדש עם השנים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73168"/>
            <a:ext cx="10908792" cy="1463040"/>
          </a:xfrm>
          <a:prstGeom prst="roundRect">
            <a:avLst>
              <a:gd name="adj" fmla="val 3750"/>
            </a:avLst>
          </a:prstGeom>
          <a:solidFill>
            <a:srgbClr val="10243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974336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השורה התחתונה:‏ המערכת לא מחפשת קובץ מסוים ‏—‏ היא מזהה איך נראה קוד זדוני. בגלל זה היא תופסת גם נוזקה שאף אחד עוד לא ראה.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797296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‏—‏ אשמח לשאלות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AntivirusAI V7</dc:title>
  <dc:subject>PptxGenJS Presentation</dc:subject>
  <dc:creator>Omri</dc:creator>
  <cp:lastModifiedBy>Omri</cp:lastModifiedBy>
  <cp:revision>1</cp:revision>
  <dcterms:created xsi:type="dcterms:W3CDTF">2026-09-01T14:53:28Z</dcterms:created>
  <dcterms:modified xsi:type="dcterms:W3CDTF">2026-09-01T14:53:28Z</dcterms:modified>
</cp:coreProperties>
</file>